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3" r:id="rId1"/>
  </p:sldMasterIdLst>
  <p:notesMasterIdLst>
    <p:notesMasterId r:id="rId27"/>
  </p:notesMasterIdLst>
  <p:sldIdLst>
    <p:sldId id="276" r:id="rId2"/>
    <p:sldId id="275" r:id="rId3"/>
    <p:sldId id="258" r:id="rId4"/>
    <p:sldId id="262" r:id="rId5"/>
    <p:sldId id="261" r:id="rId6"/>
    <p:sldId id="263" r:id="rId7"/>
    <p:sldId id="264" r:id="rId8"/>
    <p:sldId id="269" r:id="rId9"/>
    <p:sldId id="270" r:id="rId10"/>
    <p:sldId id="259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7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F43C0A"/>
    <a:srgbClr val="FDCDF0"/>
    <a:srgbClr val="D4C82C"/>
    <a:srgbClr val="FFFFFF"/>
    <a:srgbClr val="FFFF99"/>
    <a:srgbClr val="F7F4DB"/>
    <a:srgbClr val="FF0000"/>
    <a:srgbClr val="F22F08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64" autoAdjust="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a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91966-7360-469F-B1FF-7C76E5447572}" type="datetimeFigureOut">
              <a:rPr lang="ta-IN" smtClean="0"/>
              <a:t>12-10-2023</a:t>
            </a:fld>
            <a:endParaRPr lang="ta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a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a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A7EE6-5674-4CE0-967B-AF26284566CF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060667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613-50FC-430C-B13F-803CF902E85C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39920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8EDA5-30F8-4313-B0AD-6CE00EA3540E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428275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EC8E0-84B6-479A-8A40-D6A4661BABC1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389938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BCEE-962C-42B3-816C-427C652761EC}" type="datetime1">
              <a:rPr lang="ta-IN" smtClean="0"/>
              <a:t>12-10-2023</a:t>
            </a:fld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97675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CF83-6E3C-464C-8DF8-D79C6037F7B5}" type="datetime1">
              <a:rPr lang="ta-IN" smtClean="0"/>
              <a:t>12-10-2023</a:t>
            </a:fld>
            <a:endParaRPr lang="ta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84982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13E54-AA3B-419C-8BE0-A92582E7E5BB}" type="datetime1">
              <a:rPr lang="ta-IN" smtClean="0"/>
              <a:t>12-10-2023</a:t>
            </a:fld>
            <a:endParaRPr lang="ta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401377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C544-43CD-47A9-9580-455CA9960A95}" type="datetime1">
              <a:rPr lang="ta-IN" smtClean="0"/>
              <a:t>12-10-2023</a:t>
            </a:fld>
            <a:endParaRPr lang="ta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20225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6BB-6B98-498B-8639-691900CAB6EE}" type="datetime1">
              <a:rPr lang="ta-IN" smtClean="0"/>
              <a:t>12-10-2023</a:t>
            </a:fld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48905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6C9-479C-4820-8AA2-B08C392E8F93}" type="datetime1">
              <a:rPr lang="ta-IN" smtClean="0"/>
              <a:t>12-10-2023</a:t>
            </a:fld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72322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592F-5A0F-44E0-86A4-4284606D8F7A}" type="datetime1">
              <a:rPr lang="ta-IN" smtClean="0"/>
              <a:t>12-10-2023</a:t>
            </a:fld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74107128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592F-5A0F-44E0-86A4-4284606D8F7A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781789270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592F-5A0F-44E0-86A4-4284606D8F7A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9937142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592F-5A0F-44E0-86A4-4284606D8F7A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8766386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592F-5A0F-44E0-86A4-4284606D8F7A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50081698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592F-5A0F-44E0-86A4-4284606D8F7A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203419821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27D48-CC56-48EF-B8EE-6939CF882448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4045491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25D16-51B0-46FA-B1E4-7F79B3D25DE1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222783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A2592F-5A0F-44E0-86A4-4284606D8F7A}" type="datetime1">
              <a:rPr lang="ta-IN" smtClean="0"/>
              <a:t>12-10-2023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ta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83A60E6-C71F-4C5C-97CB-CF2E03297716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58091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  <p:sldLayoutId id="2147484025" r:id="rId12"/>
    <p:sldLayoutId id="2147484026" r:id="rId13"/>
    <p:sldLayoutId id="2147484027" r:id="rId14"/>
    <p:sldLayoutId id="2147484028" r:id="rId15"/>
    <p:sldLayoutId id="2147484029" r:id="rId16"/>
    <p:sldLayoutId id="2147484030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928F6-E7CD-EE7C-8989-CE63549B68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endParaRPr lang="ta-IN" sz="8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648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8AEA-70F0-C010-00C4-06E40ADBE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2585" y="335841"/>
            <a:ext cx="10237509" cy="242641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TIMETABLE MANAGEMENT SYSTEM</a:t>
            </a:r>
            <a:endParaRPr lang="ta-IN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85EC5DB-3C4D-A373-C460-2222D2047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6464" y="2914651"/>
            <a:ext cx="7800975" cy="3943349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Mr. S. SRINIVASAN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.,MCA.,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M.Phil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.,(Ph.D.,)</a:t>
            </a:r>
          </a:p>
          <a:p>
            <a:pPr algn="l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Assistant Professor.</a:t>
            </a:r>
          </a:p>
          <a:p>
            <a:pPr algn="l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						PRESENTED BY</a:t>
            </a:r>
          </a:p>
          <a:p>
            <a:pPr algn="l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							G.BOOMIKA</a:t>
            </a:r>
          </a:p>
          <a:p>
            <a:pPr algn="l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							B.SHINEKA</a:t>
            </a:r>
          </a:p>
          <a:p>
            <a:pPr algn="l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							T.VARSINI</a:t>
            </a:r>
          </a:p>
          <a:p>
            <a:pPr algn="l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							S.KEERTHANA</a:t>
            </a:r>
            <a:endParaRPr lang="ta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6E7A675-EC21-7170-5D9C-BDD831FA75F6}"/>
              </a:ext>
            </a:extLst>
          </p:cNvPr>
          <p:cNvSpPr/>
          <p:nvPr/>
        </p:nvSpPr>
        <p:spPr>
          <a:xfrm>
            <a:off x="11297265" y="6192112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27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DD87-C5C0-66A4-02F2-036FDDE7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791" y="590238"/>
            <a:ext cx="9905998" cy="861490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ta-IN" b="1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84614-D525-6D12-D5DA-BE06D7162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7847" y="1659118"/>
            <a:ext cx="8672660" cy="4817096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/>
          </a:scene3d>
          <a:sp3d>
            <a:bevelT w="114300" prst="hardEdge"/>
          </a:sp3d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Timetable Management System reduce scheduling conflicts and optimize resource allocation.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efficiently handles scheduling and allocation tasks.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an automated timetable feature and also ensures data security and restricts unauthorized modifications.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a user friendly interface and ensures reliability. 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B9B6A9-28EE-AAD7-887A-E42BB2C478CA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27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CECE-D99C-2420-5620-926B2285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313" y="339366"/>
            <a:ext cx="9905998" cy="98038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  <a:endParaRPr lang="ta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E7BE3-7FF4-E6CD-228A-82735D1A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7874" y="1695254"/>
            <a:ext cx="9567437" cy="5467546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Timetable Management System is a software application which reduces the manual effort and save time.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automating tasks it improves efficiency and preferences to generate an optimized timetable.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Timetable Management System is implemented using VB.NET programming language and SQL database.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aims to streamline:</a:t>
            </a:r>
          </a:p>
          <a:p>
            <a:pPr lvl="4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Scheduling Process </a:t>
            </a:r>
          </a:p>
          <a:p>
            <a:pPr lvl="4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Conflicts </a:t>
            </a:r>
          </a:p>
          <a:p>
            <a:pPr lvl="4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Easy Access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a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D7D87C-AA5E-87A5-5F2F-EA05711D006C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557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5FCA-079B-F9EA-E403-008C6BE30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47" y="529471"/>
            <a:ext cx="9807241" cy="91440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EXISTING SYSTEM</a:t>
            </a:r>
            <a:endParaRPr lang="ta-IN" sz="4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arajita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B59EE-E1A2-12AA-8046-9D1BEBCDC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91195" y="1642229"/>
            <a:ext cx="9310542" cy="5037057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 is a manual process done on spreadsheets and paper based schedules.</a:t>
            </a:r>
          </a:p>
          <a:p>
            <a:pPr marL="342900" indent="-342900" algn="l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Timetables are created and updated manually, often involving significant effort and time.</a:t>
            </a:r>
          </a:p>
          <a:p>
            <a:pPr marL="342900" indent="-342900" algn="l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These schedules are written down or stored in computer files.</a:t>
            </a:r>
          </a:p>
          <a:p>
            <a:pPr marL="342900" indent="-342900" algn="l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there is change in schedule it can take a while to update everything.</a:t>
            </a:r>
          </a:p>
          <a:p>
            <a:pPr marL="342900" indent="-342900" algn="l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way is old and complicated.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549A8-F587-A978-0518-E2F362431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298239B-F6DD-E6B8-9A46-90537172379B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201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9F6C-3BD2-5AC5-20FA-FDEE7FC61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468" y="781051"/>
            <a:ext cx="9905998" cy="11060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ta-IN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C41E8-0646-0791-E1B2-BEF0759F6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96" y="1448399"/>
            <a:ext cx="9185241" cy="53328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arise when people have to manually input, update and manage class schedules.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can leads to scheduling conflicts, mistakes and difficulties in adopting to changes quickly.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 leads to constraints problem and inefficiency.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 time updates are challenging to schedule.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system lacks scalability and can leads to data redundancy.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6A3A02-8D8E-DDB4-8D26-4DF2E797DF62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941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CBBD-9B9E-B6C4-E103-C7A44BD5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553" y="647170"/>
            <a:ext cx="10624793" cy="109716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ta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80480-368A-C7EC-55C4-73BAF4A25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4020" y="1615379"/>
            <a:ext cx="9671230" cy="4595451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intention of the system is to generate the timetable automatically.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 enhances productivity and we can reduce the scheduling conflicts.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system offers a subject allotment feature to ensure the assigned subjects without schedule clashes.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complex scheduling tasks, which prevents scheduling conflicts.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Staff and class timetables can be viewed as a report.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4A67BE-C8FC-E7B1-F906-293249F4D325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881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C1BC4-59A1-5503-3FAB-E8E4A539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6" y="285750"/>
            <a:ext cx="10018713" cy="1752599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ta-IN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0F6D-8296-9127-E6E7-C4B7ADDE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305050"/>
            <a:ext cx="9563101" cy="409468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ta-IN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462B0-2B55-89F1-1DE5-2AA385BE56D3}"/>
              </a:ext>
            </a:extLst>
          </p:cNvPr>
          <p:cNvSpPr txBox="1"/>
          <p:nvPr/>
        </p:nvSpPr>
        <p:spPr>
          <a:xfrm>
            <a:off x="2190751" y="1560301"/>
            <a:ext cx="9058274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Visual Basic.NET is a Web based Application.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implemented using VB.NET programming language.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Drag and drop functionality provides a creation of a powerful and user friendly Timetable Management System. 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Robust error handling mechanisms and ensures reliability.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Event driven model for handling user interactions manages timetable generation effectively.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Facilitates integration with backend systems and data sources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F7ADF5-158C-97D1-C17F-47F24D0A38FC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84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DF76-B33B-952F-4947-1448FB47F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836" y="552450"/>
            <a:ext cx="10018713" cy="1752599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ta-IN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7CDC0-A408-9FB4-46A1-D8FFFD9E3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061" y="1962248"/>
            <a:ext cx="9212261" cy="434330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SQL Server database serves as the backbone of this Timetable Management System.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This enables efficient management of timetable’s data.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This can integrate seamlessly which allows for efficient data retrieval and updates from the frontend.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SQL Server ensures data reliability, security, scalability and efficient data manipulation.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 the modules in this project are linked to the SQL database to ensure data persistence.</a:t>
            </a:r>
          </a:p>
          <a:p>
            <a:endParaRPr lang="ta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B8F086-0B51-1181-A62B-423C313D7DAC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28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4B2FE-4024-62DE-402D-5E5EC274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790" y="524858"/>
            <a:ext cx="10150310" cy="115949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ta-IN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77A23-C2B0-23F3-F05A-1CC113F1765D}"/>
              </a:ext>
            </a:extLst>
          </p:cNvPr>
          <p:cNvSpPr txBox="1"/>
          <p:nvPr/>
        </p:nvSpPr>
        <p:spPr>
          <a:xfrm>
            <a:off x="2457450" y="1843205"/>
            <a:ext cx="8086725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bg2">
                  <a:lumMod val="10000"/>
                </a:schemeClr>
              </a:buClr>
              <a:buSzPct val="14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System automates the scheduling process.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bg2">
                  <a:lumMod val="10000"/>
                </a:schemeClr>
              </a:buClr>
              <a:buSzPct val="14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 greatly diminishes the time needed to generate maximum error free timetables.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bg2">
                  <a:lumMod val="10000"/>
                </a:schemeClr>
              </a:buClr>
              <a:buSzPct val="14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Prevent scheduling conflicts and optimize resource utilization.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bg2">
                  <a:lumMod val="10000"/>
                </a:schemeClr>
              </a:buClr>
              <a:buSzPct val="14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 enhances communication and accessibility.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bg2">
                  <a:lumMod val="10000"/>
                </a:schemeClr>
              </a:buClr>
              <a:buSzPct val="14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system allows user for easy adjustment and rescheduling.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bg2">
                  <a:lumMod val="10000"/>
                </a:schemeClr>
              </a:buClr>
              <a:buSzPct val="14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Easily allows to create unique timetable for staff and class.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DEC0C2-6A4C-0FF6-5DDF-80CDABE93FC8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472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E228-4F86-EB47-D307-CA8B33431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163" y="542042"/>
            <a:ext cx="9905998" cy="1210282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ta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D5D4-F883-303A-A008-DC07F724E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1729" y="1640264"/>
            <a:ext cx="9096866" cy="4675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New user has to be registered.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After registration, the system will provide the access rights to work.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authentication module concentrates on the security of the system from unauthorized users.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73DE6F-EFF3-6ED4-EC2C-F34BE15A0696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41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34902-A75E-BC0A-5660-8F700A170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245" y="1016426"/>
            <a:ext cx="9634194" cy="5401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COURSE MODULE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details about the department are added.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SUBJECT MODULE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Subject details according to the courses selected with CRUD operations are managed.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CLASS MODULE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about class details.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Important for generating timetable for both staff and class.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57CBEE-20A0-6092-2C98-509781E84515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399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12289-A7F4-E070-6006-54998023E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3448" y="688157"/>
            <a:ext cx="9211558" cy="5995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STAFF MODULE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about the staff is maintained.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Validation controls and CRUD operations are used to manage these records.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SUBJECT ALLOTMENT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flexibility.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 detects the conflicts in allocation of subjects to the staff.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 alert the users through an error message.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Prevents scheduling conflicts and using this module Timetable is generated.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4DB3E6-06AF-ED31-FC4C-062419828501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887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37B77-8BFB-A186-8BE6-0D842F170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5474" y="514349"/>
            <a:ext cx="10001251" cy="60007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STAFF TIMETABLE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is the final timetable generation module.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details allotted in subject allotment module, the timetable is generated with respect to the ID Number.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CLASS TIMETABLE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user’s selection the timetable is generated automatically.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Subject allotment module plays an major role.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REPORT MODULE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Admin can collect all the needed information.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For each staff and class the timetable can be submitted as report.</a:t>
            </a:r>
          </a:p>
          <a:p>
            <a:pPr lvl="1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Reduces communication barriers.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9EF0F8-817C-7788-8E3E-3A51563EB35C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932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A57C-07AC-4698-EE98-B43F1757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452" y="238125"/>
            <a:ext cx="9905998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ta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A63FA-1E4D-60F9-F089-6C3C51967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5025" y="1114425"/>
            <a:ext cx="9496425" cy="6276975"/>
          </a:xfrm>
        </p:spPr>
        <p:txBody>
          <a:bodyPr>
            <a:noAutofit/>
          </a:bodyPr>
          <a:lstStyle/>
          <a:p>
            <a:pPr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delivers a practical and dependable scheduling solutions.</a:t>
            </a:r>
          </a:p>
          <a:p>
            <a:pPr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 have designed a user-friendly interface for both class and staff.</a:t>
            </a:r>
          </a:p>
          <a:p>
            <a:pPr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Simplifies and streamlines scheduling, subject allotment, and reporting processes.</a:t>
            </a:r>
          </a:p>
          <a:p>
            <a:pPr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Reduces the scheduling conflicts with this automated system.</a:t>
            </a:r>
          </a:p>
          <a:p>
            <a:pPr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helps the academic to improve their procedure of preparing the timetable.</a:t>
            </a:r>
          </a:p>
          <a:p>
            <a:pPr marL="0" indent="0">
              <a:buNone/>
            </a:pPr>
            <a:endParaRPr lang="ta-IN" sz="2800" dirty="0"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082853-8D2C-64E3-784D-4AD97B82CF47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314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40097-1470-ACC7-8C69-29439147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468" y="289414"/>
            <a:ext cx="9905998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ta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431E1-3BC4-6975-5F17-495768438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487" y="1638300"/>
            <a:ext cx="9351961" cy="503414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Reinforcing security measures and access control.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subject allotment module will undergo significant refinement.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 will streamline data management to expedite data handling tasks.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Scheduling Timetable for Class and Lab.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System.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Extending reporting capabilities.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116DBB-79C1-2B62-922B-753B02ACF512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834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28AB3-39F7-5EEA-954E-73C21DAA6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473" y="646472"/>
            <a:ext cx="9353451" cy="5678128"/>
          </a:xfrm>
        </p:spPr>
        <p:txBody>
          <a:bodyPr>
            <a:noAutofit/>
          </a:bodyPr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system acts as a robust, efficient, and adaptable solution for the future. 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system stands as a valuable asset in the real time of educational resource management.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improves overall efficiency and coordination within educational institutions or organizations. 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 eagerly anticipate the continued success and evolution of the system.</a:t>
            </a:r>
            <a:endParaRPr lang="ta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357C56-9854-81EB-4920-FA8C3A096241}"/>
              </a:ext>
            </a:extLst>
          </p:cNvPr>
          <p:cNvSpPr/>
          <p:nvPr/>
        </p:nvSpPr>
        <p:spPr>
          <a:xfrm>
            <a:off x="11238271" y="6244050"/>
            <a:ext cx="682829" cy="464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ta-I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725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6289-7CA7-F509-5F10-D991485F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572" y="393569"/>
            <a:ext cx="8687211" cy="963891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ta-IN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353898-9A6B-7ACB-F652-7D5BEC2C8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3581" y="1534212"/>
            <a:ext cx="9068585" cy="5101080"/>
          </a:xfrm>
        </p:spPr>
      </p:pic>
    </p:spTree>
    <p:extLst>
      <p:ext uri="{BB962C8B-B14F-4D97-AF65-F5344CB8AC3E}">
        <p14:creationId xmlns:p14="http://schemas.microsoft.com/office/powerpoint/2010/main" val="822099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85A65A-D8F5-4487-7017-92B3E5414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3201" y="696913"/>
            <a:ext cx="9056510" cy="5094287"/>
          </a:xfrm>
        </p:spPr>
      </p:pic>
    </p:spTree>
    <p:extLst>
      <p:ext uri="{BB962C8B-B14F-4D97-AF65-F5344CB8AC3E}">
        <p14:creationId xmlns:p14="http://schemas.microsoft.com/office/powerpoint/2010/main" val="4094229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474C9A-07F0-BA34-6D5D-EA5BCB1E4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1000" y="1027113"/>
            <a:ext cx="8469488" cy="4764087"/>
          </a:xfrm>
        </p:spPr>
      </p:pic>
    </p:spTree>
    <p:extLst>
      <p:ext uri="{BB962C8B-B14F-4D97-AF65-F5344CB8AC3E}">
        <p14:creationId xmlns:p14="http://schemas.microsoft.com/office/powerpoint/2010/main" val="149467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51CF37-E919-2C44-D627-72A87092A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0523" y="518474"/>
            <a:ext cx="9267947" cy="5213220"/>
          </a:xfrm>
        </p:spPr>
      </p:pic>
    </p:spTree>
    <p:extLst>
      <p:ext uri="{BB962C8B-B14F-4D97-AF65-F5344CB8AC3E}">
        <p14:creationId xmlns:p14="http://schemas.microsoft.com/office/powerpoint/2010/main" val="4123423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3D744-B9EA-BFFA-F52E-842B376FC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CB799-B47B-37E2-81E7-3D4BE6976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3F900B-37C1-F7E5-A12F-065759F6A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685800"/>
            <a:ext cx="10295467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58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094F-55CF-7552-B014-AEBFA4AB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DD1FB-D64E-E07D-E340-631088FEF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7D09F3-C0AA-2B2C-CACC-8B4C1128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a-IN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4B3FE-B9F3-DB18-36F9-FD0A9CEA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60E6-C71F-4C5C-97CB-CF2E03297716}" type="slidenum">
              <a:rPr lang="ta-IN" smtClean="0"/>
              <a:t>23</a:t>
            </a:fld>
            <a:endParaRPr lang="ta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B52583-B0CA-0DF2-1EE3-FEB771DBD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697" y="833133"/>
            <a:ext cx="9752326" cy="548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55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9784-8055-64CE-FECA-B0F495EC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EBDF9-5F01-5169-1E17-0CF03F801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30A391-3E7C-7DEC-223F-8CCA64041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118" y="685800"/>
            <a:ext cx="9830174" cy="552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22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3E25-973D-AA1B-D76A-FC9461FB5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790" y="2796109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YOU!!..</a:t>
            </a:r>
            <a:endParaRPr lang="ta-IN" sz="8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6044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934</TotalTime>
  <Words>999</Words>
  <Application>Microsoft Office PowerPoint</Application>
  <PresentationFormat>Widescreen</PresentationFormat>
  <Paragraphs>134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Algerian</vt:lpstr>
      <vt:lpstr>Aparajita</vt:lpstr>
      <vt:lpstr>Arial</vt:lpstr>
      <vt:lpstr>Calibri</vt:lpstr>
      <vt:lpstr>Corbel</vt:lpstr>
      <vt:lpstr>Times New Roman</vt:lpstr>
      <vt:lpstr>Wingdings</vt:lpstr>
      <vt:lpstr>Parallax</vt:lpstr>
      <vt:lpstr>WELCOME</vt:lpstr>
      <vt:lpstr>TIMETABLE MANAGEMENT SYSTEM</vt:lpstr>
      <vt:lpstr>INTRODUCTION</vt:lpstr>
      <vt:lpstr>ABOUT THE PROJECT</vt:lpstr>
      <vt:lpstr>EXISTING SYSTEM</vt:lpstr>
      <vt:lpstr>DISADVANTAGES </vt:lpstr>
      <vt:lpstr>PROJECT DESCRIPTION</vt:lpstr>
      <vt:lpstr>FRONTEND</vt:lpstr>
      <vt:lpstr>BACKEND</vt:lpstr>
      <vt:lpstr>ADVANTAGES</vt:lpstr>
      <vt:lpstr>MODULES</vt:lpstr>
      <vt:lpstr>PowerPoint Presentation</vt:lpstr>
      <vt:lpstr>PowerPoint Presentation</vt:lpstr>
      <vt:lpstr>PowerPoint Presentation</vt:lpstr>
      <vt:lpstr>CONCLUSION</vt:lpstr>
      <vt:lpstr>FUTURE ENHANCEMENT</vt:lpstr>
      <vt:lpstr>PowerPoint Presentation</vt:lpstr>
      <vt:lpstr>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TIMETABLE MANAGEMENT  SYSTEM</dc:title>
  <dc:creator>BOOMIKA G</dc:creator>
  <cp:lastModifiedBy>BOOMIKA G</cp:lastModifiedBy>
  <cp:revision>51</cp:revision>
  <dcterms:created xsi:type="dcterms:W3CDTF">2023-10-08T13:21:08Z</dcterms:created>
  <dcterms:modified xsi:type="dcterms:W3CDTF">2023-10-12T09:55:02Z</dcterms:modified>
</cp:coreProperties>
</file>